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40e7d25154aa1" /><Relationship Type="http://schemas.openxmlformats.org/officeDocument/2006/relationships/extended-properties" Target="/docProps/app.xml" Id="R6bdfeb9917ef4ac8" /><Relationship Type="http://schemas.openxmlformats.org/officeDocument/2006/relationships/officeDocument" Target="/ppt/presentation.xml" Id="R76055cdd81934ae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94fa95c6880461f"/>
  </p:sldMasterIdLst>
  <p:notesMasterIdLst>
    <p:notesMasterId xmlns:r="http://schemas.openxmlformats.org/officeDocument/2006/relationships" r:id="Re3a2deba36144b8b"/>
  </p:notesMasterIdLst>
  <p:sldIdLst>
    <p:sldId xmlns:r="http://schemas.openxmlformats.org/officeDocument/2006/relationships" id="256" r:id="R832800ce1d54424f"/>
    <p:sldId xmlns:r="http://schemas.openxmlformats.org/officeDocument/2006/relationships" id="257" r:id="R87584c7246e942f8"/>
    <p:sldId xmlns:r="http://schemas.openxmlformats.org/officeDocument/2006/relationships" id="258" r:id="R9c7985d9a272492c"/>
    <p:sldId xmlns:r="http://schemas.openxmlformats.org/officeDocument/2006/relationships" id="259" r:id="R0fdd466d82d746d7"/>
    <p:sldId xmlns:r="http://schemas.openxmlformats.org/officeDocument/2006/relationships" id="260" r:id="Raacefb2d8f4d415c"/>
    <p:sldId xmlns:r="http://schemas.openxmlformats.org/officeDocument/2006/relationships" id="261" r:id="R00813629917540fb"/>
    <p:sldId xmlns:r="http://schemas.openxmlformats.org/officeDocument/2006/relationships" id="262" r:id="R7f2eac68bd384a63"/>
    <p:sldId xmlns:r="http://schemas.openxmlformats.org/officeDocument/2006/relationships" id="263" r:id="R72f651bfc45b4df8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7c25c67fc6eb455d"/>
      <p:italic xmlns:r="http://schemas.openxmlformats.org/officeDocument/2006/relationships" r:id="R14cafe1165084dc8"/>
    </p:embeddedFont>
    <p:embeddedFont>
      <p:font typeface="Lora SemiBold"/>
      <p:regular xmlns:r="http://schemas.openxmlformats.org/officeDocument/2006/relationships" r:id="Rfc8894b0f79b4b09"/>
      <p:bold xmlns:r="http://schemas.openxmlformats.org/officeDocument/2006/relationships" r:id="Rfc0632dc1f0d43ee"/>
      <p:italic xmlns:r="http://schemas.openxmlformats.org/officeDocument/2006/relationships" r:id="Rce20fa7c817f4857"/>
      <p:boldItalic xmlns:r="http://schemas.openxmlformats.org/officeDocument/2006/relationships" r:id="R82cf3257b405454f"/>
    </p:embeddedFont>
    <p:embeddedFont>
      <p:font typeface="OpenAI Sans"/>
      <p:regular xmlns:r="http://schemas.openxmlformats.org/officeDocument/2006/relationships" r:id="Rc693d60741c6426c"/>
      <p:bold xmlns:r="http://schemas.openxmlformats.org/officeDocument/2006/relationships" r:id="Rce41c67fd3344bd4"/>
      <p:italic xmlns:r="http://schemas.openxmlformats.org/officeDocument/2006/relationships" r:id="R0c84cdab430e4ba1"/>
      <p:boldItalic xmlns:r="http://schemas.openxmlformats.org/officeDocument/2006/relationships" r:id="Rae84e15e67de49a2"/>
    </p:embeddedFont>
    <p:embeddedFont>
      <p:font typeface="Roboto"/>
      <p:regular xmlns:r="http://schemas.openxmlformats.org/officeDocument/2006/relationships" r:id="R256aaa1b80d94d6b"/>
      <p:bold xmlns:r="http://schemas.openxmlformats.org/officeDocument/2006/relationships" r:id="Rf27503d724814cc3"/>
      <p:italic xmlns:r="http://schemas.openxmlformats.org/officeDocument/2006/relationships" r:id="Rf5494b2b68a743f4"/>
      <p:boldItalic xmlns:r="http://schemas.openxmlformats.org/officeDocument/2006/relationships" r:id="Rb6ec81d39cbb478d"/>
    </p:embeddedFont>
    <p:embeddedFont>
      <p:font typeface="Roboto Medium"/>
      <p:regular xmlns:r="http://schemas.openxmlformats.org/officeDocument/2006/relationships" r:id="Ra16046d7843c43f2"/>
      <p:italic xmlns:r="http://schemas.openxmlformats.org/officeDocument/2006/relationships" r:id="R5f3e409d575149eb"/>
    </p:embeddedFont>
    <p:embeddedFont>
      <p:font typeface="Roboto SemiBold"/>
      <p:regular xmlns:r="http://schemas.openxmlformats.org/officeDocument/2006/relationships" r:id="R7a8c36f27a5e49ae"/>
      <p:bold xmlns:r="http://schemas.openxmlformats.org/officeDocument/2006/relationships" r:id="R6cff3078f9a04570"/>
      <p:italic xmlns:r="http://schemas.openxmlformats.org/officeDocument/2006/relationships" r:id="R353f5d793e68485f"/>
      <p:boldItalic xmlns:r="http://schemas.openxmlformats.org/officeDocument/2006/relationships" r:id="Rab488922d0484ab2"/>
    </p:embeddedFont>
    <p:embeddedFont>
      <p:font typeface="Roboto Serif 14pt"/>
      <p:regular xmlns:r="http://schemas.openxmlformats.org/officeDocument/2006/relationships" r:id="R1136c272e0d84a18"/>
      <p:bold xmlns:r="http://schemas.openxmlformats.org/officeDocument/2006/relationships" r:id="R018e38f4e8034bec"/>
      <p:italic xmlns:r="http://schemas.openxmlformats.org/officeDocument/2006/relationships" r:id="R6e8966a2e45a4892"/>
      <p:boldItalic xmlns:r="http://schemas.openxmlformats.org/officeDocument/2006/relationships" r:id="Rdb4497b009264a9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c0f5d42f748a7" /><Relationship Type="http://schemas.openxmlformats.org/officeDocument/2006/relationships/slideMaster" Target="/ppt/slideMasters/slideMaster1.xml" Id="Rb94fa95c6880461f" /><Relationship Type="http://schemas.openxmlformats.org/officeDocument/2006/relationships/notesMaster" Target="/ppt/notesMasters/notesMaster1.xml" Id="Re3a2deba36144b8b" /><Relationship Type="http://schemas.openxmlformats.org/officeDocument/2006/relationships/presProps" Target="/ppt/presProps.xml" Id="Rb5b61f29fcd6428a" /><Relationship Type="http://schemas.openxmlformats.org/officeDocument/2006/relationships/viewProps" Target="/ppt/viewProps.xml" Id="R0078df2f3e9f4d5d" /><Relationship Type="http://schemas.openxmlformats.org/officeDocument/2006/relationships/tableStyles" Target="/ppt/tableStyles.xml" Id="Rcae08e199a1048cc" /><Relationship Type="http://schemas.openxmlformats.org/officeDocument/2006/relationships/font" Target="/ppt/fonts/font.dat" Id="R7c25c67fc6eb455d" /><Relationship Type="http://schemas.openxmlformats.org/officeDocument/2006/relationships/font" Target="/ppt/fonts/font2.dat" Id="R14cafe1165084dc8" /><Relationship Type="http://schemas.openxmlformats.org/officeDocument/2006/relationships/font" Target="/ppt/fonts/font3.dat" Id="Rfc8894b0f79b4b09" /><Relationship Type="http://schemas.openxmlformats.org/officeDocument/2006/relationships/font" Target="/ppt/fonts/font4.dat" Id="Rfc0632dc1f0d43ee" /><Relationship Type="http://schemas.openxmlformats.org/officeDocument/2006/relationships/font" Target="/ppt/fonts/font5.dat" Id="Rce20fa7c817f4857" /><Relationship Type="http://schemas.openxmlformats.org/officeDocument/2006/relationships/font" Target="/ppt/fonts/font6.dat" Id="R82cf3257b405454f" /><Relationship Type="http://schemas.openxmlformats.org/officeDocument/2006/relationships/font" Target="/ppt/fonts/font7.dat" Id="Rc693d60741c6426c" /><Relationship Type="http://schemas.openxmlformats.org/officeDocument/2006/relationships/font" Target="/ppt/fonts/font8.dat" Id="Rce41c67fd3344bd4" /><Relationship Type="http://schemas.openxmlformats.org/officeDocument/2006/relationships/font" Target="/ppt/fonts/font9.dat" Id="R0c84cdab430e4ba1" /><Relationship Type="http://schemas.openxmlformats.org/officeDocument/2006/relationships/font" Target="/ppt/fonts/font10.dat" Id="Rae84e15e67de49a2" /><Relationship Type="http://schemas.openxmlformats.org/officeDocument/2006/relationships/font" Target="/ppt/fonts/font11.dat" Id="R256aaa1b80d94d6b" /><Relationship Type="http://schemas.openxmlformats.org/officeDocument/2006/relationships/font" Target="/ppt/fonts/font12.dat" Id="Rf27503d724814cc3" /><Relationship Type="http://schemas.openxmlformats.org/officeDocument/2006/relationships/font" Target="/ppt/fonts/font13.dat" Id="Rf5494b2b68a743f4" /><Relationship Type="http://schemas.openxmlformats.org/officeDocument/2006/relationships/font" Target="/ppt/fonts/font14.dat" Id="Rb6ec81d39cbb478d" /><Relationship Type="http://schemas.openxmlformats.org/officeDocument/2006/relationships/font" Target="/ppt/fonts/font15.dat" Id="Ra16046d7843c43f2" /><Relationship Type="http://schemas.openxmlformats.org/officeDocument/2006/relationships/font" Target="/ppt/fonts/font16.dat" Id="R5f3e409d575149eb" /><Relationship Type="http://schemas.openxmlformats.org/officeDocument/2006/relationships/font" Target="/ppt/fonts/font17.dat" Id="R7a8c36f27a5e49ae" /><Relationship Type="http://schemas.openxmlformats.org/officeDocument/2006/relationships/font" Target="/ppt/fonts/font18.dat" Id="R6cff3078f9a04570" /><Relationship Type="http://schemas.openxmlformats.org/officeDocument/2006/relationships/font" Target="/ppt/fonts/font19.dat" Id="R353f5d793e68485f" /><Relationship Type="http://schemas.openxmlformats.org/officeDocument/2006/relationships/font" Target="/ppt/fonts/font20.dat" Id="Rab488922d0484ab2" /><Relationship Type="http://schemas.openxmlformats.org/officeDocument/2006/relationships/font" Target="/ppt/fonts/font21.dat" Id="R1136c272e0d84a18" /><Relationship Type="http://schemas.openxmlformats.org/officeDocument/2006/relationships/font" Target="/ppt/fonts/font22.dat" Id="R018e38f4e8034bec" /><Relationship Type="http://schemas.openxmlformats.org/officeDocument/2006/relationships/font" Target="/ppt/fonts/font23.dat" Id="R6e8966a2e45a4892" /><Relationship Type="http://schemas.openxmlformats.org/officeDocument/2006/relationships/font" Target="/ppt/fonts/font24.dat" Id="Rdb4497b009264a93" /><Relationship Type="http://schemas.openxmlformats.org/officeDocument/2006/relationships/slide" Target="/ppt/slides/slide1.xml" Id="R832800ce1d54424f" /><Relationship Type="http://schemas.openxmlformats.org/officeDocument/2006/relationships/slide" Target="/ppt/slides/slide2.xml" Id="R87584c7246e942f8" /><Relationship Type="http://schemas.openxmlformats.org/officeDocument/2006/relationships/slide" Target="/ppt/slides/slide3.xml" Id="R9c7985d9a272492c" /><Relationship Type="http://schemas.openxmlformats.org/officeDocument/2006/relationships/slide" Target="/ppt/slides/slide4.xml" Id="R0fdd466d82d746d7" /><Relationship Type="http://schemas.openxmlformats.org/officeDocument/2006/relationships/slide" Target="/ppt/slides/slide5.xml" Id="Raacefb2d8f4d415c" /><Relationship Type="http://schemas.openxmlformats.org/officeDocument/2006/relationships/slide" Target="/ppt/slides/slide6.xml" Id="R00813629917540fb" /><Relationship Type="http://schemas.openxmlformats.org/officeDocument/2006/relationships/slide" Target="/ppt/slides/slide7.xml" Id="R7f2eac68bd384a63" /><Relationship Type="http://schemas.openxmlformats.org/officeDocument/2006/relationships/slide" Target="/ppt/slides/slide8.xml" Id="R72f651bfc45b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87a3fceb85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143dfac044228" /><Relationship Type="http://schemas.openxmlformats.org/officeDocument/2006/relationships/notesMaster" Target="/ppt/notesMasters/notesMaster1.xml" Id="Re4fd8e21f5e844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f523e99dc40e4" /><Relationship Type="http://schemas.openxmlformats.org/officeDocument/2006/relationships/notesMaster" Target="/ppt/notesMasters/notesMaster1.xml" Id="R2ebb698e66d749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b26ac9e214ba5" /><Relationship Type="http://schemas.openxmlformats.org/officeDocument/2006/relationships/notesMaster" Target="/ppt/notesMasters/notesMaster1.xml" Id="R8e34a9667c75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3f50c564c14495" /><Relationship Type="http://schemas.openxmlformats.org/officeDocument/2006/relationships/notesMaster" Target="/ppt/notesMasters/notesMaster1.xml" Id="R95751ac5bfe446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99d2a7dd74cc7" /><Relationship Type="http://schemas.openxmlformats.org/officeDocument/2006/relationships/notesMaster" Target="/ppt/notesMasters/notesMaster1.xml" Id="R31dd4d500c2d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4676148f54265" /><Relationship Type="http://schemas.openxmlformats.org/officeDocument/2006/relationships/notesMaster" Target="/ppt/notesMasters/notesMaster1.xml" Id="Rdca52b7c38ee44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4fc15bad444cc8" /><Relationship Type="http://schemas.openxmlformats.org/officeDocument/2006/relationships/notesMaster" Target="/ppt/notesMasters/notesMaster1.xml" Id="R7da0177c9c1241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2d88c451f348c5" /><Relationship Type="http://schemas.openxmlformats.org/officeDocument/2006/relationships/notesMaster" Target="/ppt/notesMasters/notesMaster1.xml" Id="R1d5763c0cd5d4f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Open with the distinction between a completed implementation and an unverified live rollout.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for authorization of the controlled rollout only; do not imply an approved production cutover.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slide to set the decision boundary: adoption is recommended, production readiness is not yet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implemented product surfaces; each mutation-capable surface remains gated by policy and rollout evidence.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that the console supplements, rather than replaces, Git-managed stack assets and versioned Swarm secrets.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guardrails are the primary distinction from a generic Docker socket proxy.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SwarmOps implementation and operator documentation, inspected 2026-08-23.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table as a proof boundary: local checks passed, while live system evidence remains outstanding.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SwarmOps implementation and operator documentation, inspected 2026-08-23.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with the operating sequence and the fact that each later capability is a deliberate choice, not an automatic launch consequence.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a0f89cde541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3da38428746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d9ed1987c44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2a6395a2941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d0a7d11014d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06b2ac1674e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bf63a44af4e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056c11cd24b7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2af975c374449" /><Relationship Type="http://schemas.openxmlformats.org/officeDocument/2006/relationships/slideLayout" Target="/ppt/slideLayouts/slideLayout1.xml" Id="R037209469995472e" /><Relationship Type="http://schemas.openxmlformats.org/officeDocument/2006/relationships/slideLayout" Target="/ppt/slideLayouts/slideLayout2.xml" Id="Rb88675fd84a544dd" /><Relationship Type="http://schemas.openxmlformats.org/officeDocument/2006/relationships/slideLayout" Target="/ppt/slideLayouts/slideLayout3.xml" Id="Rbd5a001a227f4aa4" /><Relationship Type="http://schemas.openxmlformats.org/officeDocument/2006/relationships/slideLayout" Target="/ppt/slideLayouts/slideLayout4.xml" Id="R5edacfee90684131" /><Relationship Type="http://schemas.openxmlformats.org/officeDocument/2006/relationships/slideLayout" Target="/ppt/slideLayouts/slideLayout5.xml" Id="R48da0ecd4a714e36" /><Relationship Type="http://schemas.openxmlformats.org/officeDocument/2006/relationships/slideLayout" Target="/ppt/slideLayouts/slideLayout6.xml" Id="Re433c45a4e894656" /><Relationship Type="http://schemas.openxmlformats.org/officeDocument/2006/relationships/slideLayout" Target="/ppt/slideLayouts/slideLayout7.xml" Id="R2a65b963b0e44fae" /><Relationship Type="http://schemas.openxmlformats.org/officeDocument/2006/relationships/slideLayout" Target="/ppt/slideLayouts/slideLayout8.xml" Id="Rfb1e5781f8cf40f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209469995472e"/>
    <p:sldLayoutId xmlns:r="http://schemas.openxmlformats.org/officeDocument/2006/relationships" id="2147483650" r:id="Rb88675fd84a544dd"/>
    <p:sldLayoutId xmlns:r="http://schemas.openxmlformats.org/officeDocument/2006/relationships" id="2147483651" r:id="Rbd5a001a227f4aa4"/>
    <p:sldLayoutId xmlns:r="http://schemas.openxmlformats.org/officeDocument/2006/relationships" id="2147483652" r:id="R5edacfee90684131"/>
    <p:sldLayoutId xmlns:r="http://schemas.openxmlformats.org/officeDocument/2006/relationships" id="2147483653" r:id="R48da0ecd4a714e36"/>
    <p:sldLayoutId xmlns:r="http://schemas.openxmlformats.org/officeDocument/2006/relationships" id="2147483654" r:id="Re433c45a4e894656"/>
    <p:sldLayoutId xmlns:r="http://schemas.openxmlformats.org/officeDocument/2006/relationships" id="2147483655" r:id="R2a65b963b0e44fae"/>
    <p:sldLayoutId xmlns:r="http://schemas.openxmlformats.org/officeDocument/2006/relationships" id="2147483656" r:id="Rfb1e5781f8cf40f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54dc2a1af4e0c" /><Relationship Type="http://schemas.openxmlformats.org/officeDocument/2006/relationships/notesSlide" Target="/ppt/notesSlides/notesSlide1.xml" Id="R1e7979c3e774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a155426534d91" /><Relationship Type="http://schemas.openxmlformats.org/officeDocument/2006/relationships/notesSlide" Target="/ppt/notesSlides/notesSlide2.xml" Id="Ra37f084975674c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6be4f09c547ae" /><Relationship Type="http://schemas.openxmlformats.org/officeDocument/2006/relationships/notesSlide" Target="/ppt/notesSlides/notesSlide3.xml" Id="R3b4416d733fe40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e496ab11f4a58" /><Relationship Type="http://schemas.openxmlformats.org/officeDocument/2006/relationships/notesSlide" Target="/ppt/notesSlides/notesSlide4.xml" Id="R31aec391881445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bc5ff221b4c1e" /><Relationship Type="http://schemas.openxmlformats.org/officeDocument/2006/relationships/notesSlide" Target="/ppt/notesSlides/notesSlide5.xml" Id="R8d9cd70d9a53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ddfc6ea9d4b8a" /><Relationship Type="http://schemas.openxmlformats.org/officeDocument/2006/relationships/notesSlide" Target="/ppt/notesSlides/notesSlide6.xml" Id="Rea9a21b2ddc54e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5b31b55534646" /><Relationship Type="http://schemas.openxmlformats.org/officeDocument/2006/relationships/notesSlide" Target="/ppt/notesSlides/notesSlide7.xml" Id="Rc0e23714afa445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ca1b7088b7b4f42" /><Relationship Type="http://schemas.openxmlformats.org/officeDocument/2006/relationships/notesSlide" Target="/ppt/notesSlides/notesSlide8.xml" Id="Rb65c7bfd01e841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SwarmOps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A governed Docker Swarm control plane for nim.zone.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Local implementation is complete; live rollout remains gated.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Decision briefing | August 23,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nim.zone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7489EF75-3E22-4F85-8959-92A3D63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94C68D-28EC-4C80-8775-BB36E51498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SwarmOps is a Go and React control plane for Docker Swarm nodes, stacks, service actions, local builds, Traefik, and shared observability.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B67E820-A345-4E99-82EB-99C6D9731D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Status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It delivers the requested console capabilities while retaining one manager-scoped, audited Docker boundary.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What changes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Decision: authorize a controlled SwarmOps rollout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Executive Summary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16DB0CF8-EE81-4905-953A-56DB4DE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Authorize a controlled cluster rollout. Keep mutations, builds, monitoring, and log collection disabled until their live gates pass.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Leadership decision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Code ready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Bottom line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Replace the Portainer path without turning the browser into a general Docker root console.</a:t>
            </a:r>
          </a:p>
        </p:txBody>
      </p:sp>
    </p:spTree>
    <p:extLst>
      <p:ext uri="{BB962C8B-B14F-4D97-AF65-F5344CB8AC3E}">
        <p14:creationId xmlns:p14="http://schemas.microsoft.com/office/powerpoint/2010/main" val="9244268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Adopt SwarmOps as the replacement path—</a:t>
            </a:r>
            <a:endParaRPr sz="4200">
              <a:solidFill>
                <a:schemeClr val="accent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not as an unverified production cutover.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Local source, test, UI-build, Ansible-syntax, and stack-rendering evidence is complete. Live DNS, ACME, Swarm, recovery, and production validation remain explicit rollout gates.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What ships in the control plane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Hardware, OS, engine, capacity, tasks, availability, and selected-node placement.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scope is built around daily Swarm operator needs, not a generic socket proxy.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Capability map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Node intelligence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Image-only Compose policy, resource limits, registry auth, deploy, restart, rollback, scale, and logs.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Bounded stack operations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Tarred local context, path policy, CPU/RAM caps, output limits, image prefix, and time budget.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Build control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Traefik, certificates, metrics, Grafana, Prometheus, Jaeger, and optional Loki/Alloy.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Platform control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How the operator model changes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browser-supplied shell. The API performs fixed actions only after authentication, CSRF, Compose policy, runtime-flag, Docker-state, and writable-audit checks.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Git and reviewed assets stay authoritative; the console becomes a restrained, auditable operating surface.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View Docker state and node-agent snapshots from one authenticated console.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Inspect first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Deploy valid stacks, manage services, and stream bounded logs.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Act in fixed shapes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Use Ansible and the root Makefile; enable optional planes only after live checks.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Promote deliberately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Policy first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Image-only Compose blocks dangerous Docker features.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Audit first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Sensitive actions need writable audit; the browser gets no Docker access or secrets.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Guardrails that make rollout governable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Closed by default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Mutations and image builds are off until deliberately enabled.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implementation is intentionally more opinionated than a generic Docker dashboard.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Safe defaults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Evidence that is ready—and what still needs live proof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Scope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State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Gate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Console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Tests/builds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Live login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nim.zone UI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Meter/docs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Policy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tests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Manager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Ansible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Syntax/render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Preflight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Traefik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Config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Ready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DNS/ACME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Observe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Configs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Ready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Targets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Registry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Ready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Worker pull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Build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Ready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Daemon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Recovery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Not claimed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Backup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The implementation has local evidence. A production-ready claim is deliberately withheld pending an operator-controlled rollout.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Evidence ledger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Local proof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Source and configuration checks passed.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Decision path: prove the platform before enabling its power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Controlled deploy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</a:rPr>
              <a:t>Prepare managers and secrets; deploy Traefik then SwarmOps; prove HTTPS, login, agents, and dashboard.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Capability enablement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</a:rPr>
              <a:t>Enable builds, observability, and logging only after capacity, backup, rollback, and approval.</a:t>
            </a:r>
          </a:p>
        </p:txBody>
      </p:sp>
      <p:cxnSp>
        <p:nvCxnSpPr>
          <p:cNvPr id="4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Now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Next gate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Then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SwarmOps</ap:Application>
  <ap:PresentationFormat>Converted Presentation</ap:PresentationFormat>
  <ap:Slides>0</ap:Slides>
  <ap:Notes>0</ap:Notes>
  <ap:HiddenSlides>0</ap:HiddenSlides>
  <ap:SharedDoc>false</ap:SharedDoc>
  <ap:DocSecurity>0</ap:DocSecurity>
  <ap:Company>nim.zone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Nima Sarayan</dc:creator>
  <lastModifiedBy>Nima Sarayan</lastModifiedBy>
  <dc:title>SwarmOps — nim.zone</dc:title>
  <dcterms:created xsi:type="dcterms:W3CDTF">2026-08-23T13:42:25.7140000Z</dcterms:created>
  <dcterms:modified xsi:type="dcterms:W3CDTF">2026-08-23T13:42:25.7140000Z</dcterms:modified>
  <dc:description>Maintained by Nima Sarayan for nim.zone.</dc:description>
</coreProperties>
</file>