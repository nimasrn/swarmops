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3367ab4a8473c" /><Relationship Type="http://schemas.openxmlformats.org/officeDocument/2006/relationships/extended-properties" Target="/docProps/app.xml" Id="R8afe892d9b614832" /><Relationship Type="http://schemas.openxmlformats.org/officeDocument/2006/relationships/officeDocument" Target="/ppt/presentation.xml" Id="R6f6f0d8bdf87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8d3de55d044413"/>
  </p:sldMasterIdLst>
  <p:notesMasterIdLst>
    <p:notesMasterId xmlns:r="http://schemas.openxmlformats.org/officeDocument/2006/relationships" r:id="Rf87475500e91471e"/>
  </p:notesMasterIdLst>
  <p:sldIdLst>
    <p:sldId xmlns:r="http://schemas.openxmlformats.org/officeDocument/2006/relationships" id="256" r:id="R8e75c285d971475f"/>
    <p:sldId xmlns:r="http://schemas.openxmlformats.org/officeDocument/2006/relationships" id="257" r:id="Rcbbc51af044c49f3"/>
    <p:sldId xmlns:r="http://schemas.openxmlformats.org/officeDocument/2006/relationships" id="258" r:id="Rb4b0a7d3088b4574"/>
    <p:sldId xmlns:r="http://schemas.openxmlformats.org/officeDocument/2006/relationships" id="259" r:id="R465de5b599d04f3b"/>
    <p:sldId xmlns:r="http://schemas.openxmlformats.org/officeDocument/2006/relationships" id="260" r:id="R940fac882e24416c"/>
    <p:sldId xmlns:r="http://schemas.openxmlformats.org/officeDocument/2006/relationships" id="261" r:id="R1d0acbf1a72e42bd"/>
    <p:sldId xmlns:r="http://schemas.openxmlformats.org/officeDocument/2006/relationships" id="262" r:id="Rc58e9d58d3b74ad8"/>
    <p:sldId xmlns:r="http://schemas.openxmlformats.org/officeDocument/2006/relationships" id="263" r:id="Rb4b3e03926e745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be8a0f1cd4464" /><Relationship Type="http://schemas.openxmlformats.org/officeDocument/2006/relationships/slideMaster" Target="/ppt/slideMasters/slideMaster1.xml" Id="R268d3de55d044413" /><Relationship Type="http://schemas.openxmlformats.org/officeDocument/2006/relationships/notesMaster" Target="/ppt/notesMasters/notesMaster1.xml" Id="Rf87475500e91471e" /><Relationship Type="http://schemas.openxmlformats.org/officeDocument/2006/relationships/presProps" Target="/ppt/presProps.xml" Id="Rb0306572399644f5" /><Relationship Type="http://schemas.openxmlformats.org/officeDocument/2006/relationships/viewProps" Target="/ppt/viewProps.xml" Id="Rd420b30d47914f82" /><Relationship Type="http://schemas.openxmlformats.org/officeDocument/2006/relationships/tableStyles" Target="/ppt/tableStyles.xml" Id="Reb96d6c4eee4454d" /><Relationship Type="http://schemas.openxmlformats.org/officeDocument/2006/relationships/slide" Target="/ppt/slides/slide1.xml" Id="R8e75c285d971475f" /><Relationship Type="http://schemas.openxmlformats.org/officeDocument/2006/relationships/slide" Target="/ppt/slides/slide2.xml" Id="Rcbbc51af044c49f3" /><Relationship Type="http://schemas.openxmlformats.org/officeDocument/2006/relationships/slide" Target="/ppt/slides/slide3.xml" Id="Rb4b0a7d3088b4574" /><Relationship Type="http://schemas.openxmlformats.org/officeDocument/2006/relationships/slide" Target="/ppt/slides/slide4.xml" Id="R465de5b599d04f3b" /><Relationship Type="http://schemas.openxmlformats.org/officeDocument/2006/relationships/slide" Target="/ppt/slides/slide5.xml" Id="R940fac882e24416c" /><Relationship Type="http://schemas.openxmlformats.org/officeDocument/2006/relationships/slide" Target="/ppt/slides/slide6.xml" Id="R1d0acbf1a72e42bd" /><Relationship Type="http://schemas.openxmlformats.org/officeDocument/2006/relationships/slide" Target="/ppt/slides/slide7.xml" Id="Rc58e9d58d3b74ad8" /><Relationship Type="http://schemas.openxmlformats.org/officeDocument/2006/relationships/slide" Target="/ppt/slides/slide8.xml" Id="Rb4b3e03926e745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87f72f0fa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a01aec9944ebe" /><Relationship Type="http://schemas.openxmlformats.org/officeDocument/2006/relationships/notesMaster" Target="/ppt/notesMasters/notesMaster1.xml" Id="R296293b35b3a44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af3a9ebca4877" /><Relationship Type="http://schemas.openxmlformats.org/officeDocument/2006/relationships/notesMaster" Target="/ppt/notesMasters/notesMaster1.xml" Id="R971b086322df4e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ff4ce9f0114264" /><Relationship Type="http://schemas.openxmlformats.org/officeDocument/2006/relationships/notesMaster" Target="/ppt/notesMasters/notesMaster1.xml" Id="R5d48a81b8fa4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eae406583248dd" /><Relationship Type="http://schemas.openxmlformats.org/officeDocument/2006/relationships/notesMaster" Target="/ppt/notesMasters/notesMaster1.xml" Id="Rfb5ef3baf6a045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8dff058d6b4751" /><Relationship Type="http://schemas.openxmlformats.org/officeDocument/2006/relationships/notesMaster" Target="/ppt/notesMasters/notesMaster1.xml" Id="Rad958f0b40a34e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757304f54248a9" /><Relationship Type="http://schemas.openxmlformats.org/officeDocument/2006/relationships/notesMaster" Target="/ppt/notesMasters/notesMaster1.xml" Id="Re97f5084e36e45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cc9a9b020549a0" /><Relationship Type="http://schemas.openxmlformats.org/officeDocument/2006/relationships/notesMaster" Target="/ppt/notesMasters/notesMaster1.xml" Id="R3d59087d37aa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6b40ce22ba4770" /><Relationship Type="http://schemas.openxmlformats.org/officeDocument/2006/relationships/notesMaster" Target="/ppt/notesMasters/notesMaster1.xml" Id="R81c26c9d7549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Open with the boundary: this review presents completed local implementation evidence, not an already-proven production environment.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two columns to prevent local build evidence from being mistaken for live platform evidence.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three planes separate software capability, deployable platform assets, and the live evidence still required from operators.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deployment sequence to execute on authorized infrastructure. Do not enable mutation-capable features until every listed control is demonstrated.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Review these boundaries with the security owner before changing the default feature flags for operations or builds.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SwarmOps implementation and operator documentation, inspected 2026-08-23.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plane needs direct, live proof. Passing local source checks is intentionally insufficient for any of these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SwarmOps implementation and operator documentation, inspected 2026-08-23.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Make the ownership model concrete before deployment: the implementation cannot substitute for DNS authority, security approval, or recovery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on the sequence. Each enablement is intentionally staged so operators can stop safely if a proof gate fails.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48531eea548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109e718bd46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c6776a7844a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5bc1f865643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dcf951ca145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fb6450a7549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5348f9c4842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aeeaf010146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215fd3ebb48e2" /><Relationship Type="http://schemas.openxmlformats.org/officeDocument/2006/relationships/image" Target="/ppt/media/image.png" Id="R09bbf6cb5195477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9fcc2804d415f" /><Relationship Type="http://schemas.openxmlformats.org/officeDocument/2006/relationships/image" Target="/ppt/media/image2.png" Id="Raaa8afb3e36c47b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09bbf6cb519547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aa8afb3e36c47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1ebdfc2b3441f2" /><Relationship Type="http://schemas.openxmlformats.org/officeDocument/2006/relationships/slideLayout" Target="/ppt/slideLayouts/slideLayout1.xml" Id="R255b51a6c0d14c50" /><Relationship Type="http://schemas.openxmlformats.org/officeDocument/2006/relationships/slideLayout" Target="/ppt/slideLayouts/slideLayout2.xml" Id="R145c32ac89644b71" /><Relationship Type="http://schemas.openxmlformats.org/officeDocument/2006/relationships/slideLayout" Target="/ppt/slideLayouts/slideLayout3.xml" Id="Rf8a3002fe0ab4f82" /><Relationship Type="http://schemas.openxmlformats.org/officeDocument/2006/relationships/slideLayout" Target="/ppt/slideLayouts/slideLayout4.xml" Id="R926e9df87b0a47df" /><Relationship Type="http://schemas.openxmlformats.org/officeDocument/2006/relationships/slideLayout" Target="/ppt/slideLayouts/slideLayout5.xml" Id="Rf1b070916836487f" /><Relationship Type="http://schemas.openxmlformats.org/officeDocument/2006/relationships/slideLayout" Target="/ppt/slideLayouts/slideLayout6.xml" Id="Re8988b5b62dd489c" /><Relationship Type="http://schemas.openxmlformats.org/officeDocument/2006/relationships/slideLayout" Target="/ppt/slideLayouts/slideLayout7.xml" Id="R268bb426563d4dd1" /><Relationship Type="http://schemas.openxmlformats.org/officeDocument/2006/relationships/slideLayout" Target="/ppt/slideLayouts/slideLayout8.xml" Id="Rcffa6518d1aa44d6" /><Relationship Type="http://schemas.openxmlformats.org/officeDocument/2006/relationships/slideLayout" Target="/ppt/slideLayouts/slideLayout9.xml" Id="Ree2e805a39d04f57" /><Relationship Type="http://schemas.openxmlformats.org/officeDocument/2006/relationships/slideLayout" Target="/ppt/slideLayouts/slideLayout10.xml" Id="R261b2d2f4f5d46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b51a6c0d14c50"/>
    <p:sldLayoutId xmlns:r="http://schemas.openxmlformats.org/officeDocument/2006/relationships" id="2147483650" r:id="R145c32ac89644b71"/>
    <p:sldLayoutId xmlns:r="http://schemas.openxmlformats.org/officeDocument/2006/relationships" id="2147483651" r:id="Rf8a3002fe0ab4f82"/>
    <p:sldLayoutId xmlns:r="http://schemas.openxmlformats.org/officeDocument/2006/relationships" id="2147483652" r:id="R926e9df87b0a47df"/>
    <p:sldLayoutId xmlns:r="http://schemas.openxmlformats.org/officeDocument/2006/relationships" id="2147483653" r:id="Rf1b070916836487f"/>
    <p:sldLayoutId xmlns:r="http://schemas.openxmlformats.org/officeDocument/2006/relationships" id="2147483654" r:id="Re8988b5b62dd489c"/>
    <p:sldLayoutId xmlns:r="http://schemas.openxmlformats.org/officeDocument/2006/relationships" id="2147483655" r:id="R268bb426563d4dd1"/>
    <p:sldLayoutId xmlns:r="http://schemas.openxmlformats.org/officeDocument/2006/relationships" id="2147483656" r:id="Rcffa6518d1aa44d6"/>
    <p:sldLayoutId xmlns:r="http://schemas.openxmlformats.org/officeDocument/2006/relationships" id="2147483657" r:id="Ree2e805a39d04f57"/>
    <p:sldLayoutId xmlns:r="http://schemas.openxmlformats.org/officeDocument/2006/relationships" id="2147483658" r:id="R261b2d2f4f5d46b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f356bd55641b3" /><Relationship Type="http://schemas.openxmlformats.org/officeDocument/2006/relationships/notesSlide" Target="/ppt/notesSlides/notesSlide1.xml" Id="R24fbe5d536a5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7c9e62d26d40f7" /><Relationship Type="http://schemas.openxmlformats.org/officeDocument/2006/relationships/notesSlide" Target="/ppt/notesSlides/notesSlide2.xml" Id="R4f0b5beca5c74e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1109474514771" /><Relationship Type="http://schemas.openxmlformats.org/officeDocument/2006/relationships/notesSlide" Target="/ppt/notesSlides/notesSlide3.xml" Id="R99e0d2d6fa1f4b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31270bf404cd8" /><Relationship Type="http://schemas.openxmlformats.org/officeDocument/2006/relationships/notesSlide" Target="/ppt/notesSlides/notesSlide4.xml" Id="R4592760ca50f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331409944f40b7" /><Relationship Type="http://schemas.openxmlformats.org/officeDocument/2006/relationships/notesSlide" Target="/ppt/notesSlides/notesSlide5.xml" Id="R1955dd9bd10f42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ace06e33574a01" /><Relationship Type="http://schemas.openxmlformats.org/officeDocument/2006/relationships/notesSlide" Target="/ppt/notesSlides/notesSlide6.xml" Id="Ra692771041c249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2481b95ec364113" /><Relationship Type="http://schemas.openxmlformats.org/officeDocument/2006/relationships/notesSlide" Target="/ppt/notesSlides/notesSlide7.xml" Id="R5c71309572b2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4ed63444af44278" /><Relationship Type="http://schemas.openxmlformats.org/officeDocument/2006/relationships/notesSlide" Target="/ppt/notesSlides/notesSlide8.xml" Id="Rc707b6f5934e4d3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SwarmOps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Implementation ready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Live rollout gated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Prepared by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Nima Sarayan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August 23,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nim.zone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62C7600-AD57-448A-8C82-F097485B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Go tests and vet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React lint, typecheck, and build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nim.zone UI kit build and docs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Ansible syntax and stack rendering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Documentation consistency check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Operating position: implementation ready; environment proof pending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COMPLETED LOCALLY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Managers and encrypted overlay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DNS, ACME, and protected dashboard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Authenticated login, agents, and placement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Grafana, Prometheus, and Jaeger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 and recovery evidence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STILL REQUIRED LIVE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202359C0-8A7A-196E-DD58-8E6569619F09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state: source and configuration are ready to deploy; live cluster evidence is still required.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READINESS BY OPERATING PLANE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 plane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 API, auth/CSRF, audit, policy, nodes, stacks, fixed actions, and capped builds.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Platform assets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Traefik, observability, logs, Ansible, and Swarm assets are configured.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Evidence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daemon, deployment, DNS or ACME, recovery, or production proof is claimed.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Controlled rollout checklist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Deploy edge before console.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the sequence repeatable and recorded.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Preflight hosts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Create versioned secrets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 and push immutable image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Deploy Traefik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Deploy SwarmOps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 not enable mutations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until every live check passes.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9673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Manager preflight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HTTPS redirect and ACME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Login and CSRF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Signed agent snapshots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Protected dashboard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Desired task placement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REQUIRED BEFORE MUTATION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Before enabling operations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Control boundaries to verify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Mutations and builds off by default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Re-check the mechanisms that prevent a UI from becoming a remote Docker root shell.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Image-only Compose with explicit resources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Writable audit before side effects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Fixed actions plus CSRF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Registry config remains secret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DNS, ACME, HTTPS redirect, dashboard authentication, and private metrics.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HTTPS login, session, CSRF, and Docker-backed readiness.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evidence gates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C630A04-5A25-9E0C-9436-126091DB86B3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EDGE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All Linux nodes report current signed snapshots and desired task placement.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Grafana login, Prometheus targets, Jaeger storage, and a logs-retention plan.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FLEET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8597" cy="6364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 and decision queue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Platform owner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Nima Sarayan owns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preflight, deployment, and collection of post-deploy evidence.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External ownership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Assign DNS and ACME, image signing and scanning, and production-change approval.</a:t>
            </a:r>
            <a:endParaRPr sz="18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Deferred commitment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Approve backup, restore, and retention before relying on audit or observability volumes.</a:t>
            </a:r>
            <a:endParaRPr sz="1800"/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6459F02-532C-26D9-1417-D97C7C8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3"/>
            <a:ext cx="11404599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The control plane leaves infrastructure ownership and irreversible operating decisions explicit rather than silently hard-coded.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6C4609E9-0A0F-C12B-2A4D-B112D25BA1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1. Prepare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Authorize target managers, network, versioned secret paths, and an immutable image tag.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 Prove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Run the documented sequence and record HTTPS, login, agent, dashboard, and placement evidence.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3. Enable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Enable builds, observability, and logs only after capacity, backup, rollback, and approval.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Next operating actions</a:t>
            </a:r>
            <a:endParaRPr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Make live evidence the condition for moving from prepared to enabled.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Move in order: establish authority, collect evidence, then deliberately enable optional capability planes.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SwarmOps</ap:Application>
  <ap:PresentationFormat>Converted Presentation</ap:PresentationFormat>
  <ap:Slides>0</ap:Slides>
  <ap:Notes>0</ap:Notes>
  <ap:HiddenSlides>0</ap:HiddenSlides>
  <ap:SharedDoc>false</ap:SharedDoc>
  <ap:DocSecurity>0</ap:DocSecurity>
  <ap:Company>nim.zone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Nima Sarayan</dc:creator>
  <lastModifiedBy>Nima Sarayan</lastModifiedBy>
  <dc:title>SwarmOps — nim.zone</dc:title>
  <dcterms:created xsi:type="dcterms:W3CDTF">2026-08-23T13:44:54.6390000Z</dcterms:created>
  <dcterms:modified xsi:type="dcterms:W3CDTF">2026-08-23T13:44:54.6390000Z</dcterms:modified>
  <dc:description>Maintained by Nima Sarayan for nim.zone.</dc:description>
</coreProperties>
</file>